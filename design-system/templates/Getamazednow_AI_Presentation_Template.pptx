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tamazednow-AI-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85800"/>
            <a:ext cx="1371600" cy="9346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146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GETAMAZEDNOW AI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3337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A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AI. Possible Futures.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A8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GETAMAZEDNOW COMPANY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title  |  Presenter  |  Month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tamazednow-AI-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5608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5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30175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Section Title Goes Here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40080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framing of what this section covers and why it matters to the audience.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tamazednow-AI-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0" y="457200"/>
            <a:ext cx="640080" cy="43618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Content Slide Title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F6F7F7"/>
          </a:solidFill>
          <a:ln w="15875">
            <a:solidFill>
              <a:srgbClr val="5FA8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5236" y="1751076"/>
            <a:ext cx="109728" cy="109728"/>
          </a:xfrm>
          <a:prstGeom prst="ellipse">
            <a:avLst/>
          </a:prstGeom>
          <a:solidFill>
            <a:srgbClr val="8FC3DE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508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80160" y="19019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is deployable, governed, and tied to a measurable business case.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502920" cy="502920"/>
          </a:xfrm>
          <a:prstGeom prst="ellipse">
            <a:avLst/>
          </a:prstGeom>
          <a:solidFill>
            <a:srgbClr val="F6F7F7"/>
          </a:solidFill>
          <a:ln w="15875">
            <a:solidFill>
              <a:srgbClr val="5FA8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236" y="3168396"/>
            <a:ext cx="109728" cy="109728"/>
          </a:xfrm>
          <a:prstGeom prst="ellipse">
            <a:avLst/>
          </a:prstGeom>
          <a:solidFill>
            <a:srgbClr val="8FC3DE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29260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Possible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80160" y="33192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size the genuine upside before committing budget — grounded optimism, not hype.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F6F7F7"/>
          </a:solidFill>
          <a:ln w="15875">
            <a:solidFill>
              <a:srgbClr val="5FA8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5236" y="4585716"/>
            <a:ext cx="109728" cy="109728"/>
          </a:xfrm>
          <a:prstGeom prst="ellipse">
            <a:avLst/>
          </a:prstGeom>
          <a:solidFill>
            <a:srgbClr val="8FC3DE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" y="4343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Rigorous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1280160" y="47365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 of enterprise architecture discipline applied to AI investment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Two-Column Layout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point supporting the argument on this slide.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point, kept to one line where possible.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point — the recommendation or takeaway.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309360" y="1463040"/>
            <a:ext cx="5303520" cy="4023360"/>
          </a:xfrm>
          <a:prstGeom prst="roundRect">
            <a:avLst>
              <a:gd name="adj" fmla="val 1818"/>
            </a:avLst>
          </a:prstGeom>
          <a:solidFill>
            <a:srgbClr val="2A363B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Getamazednow-AI-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965960"/>
            <a:ext cx="1737360" cy="11839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09360" y="32461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5FA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87%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766560" y="41605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AI pilots never reach production without a governed adoption pathway.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09360" y="52578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8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placeholder stat — replace with sourced figure.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Comparison Slide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F6F7F7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 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deploy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upfront cost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scope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257800" cy="4023360"/>
          </a:xfrm>
          <a:prstGeom prst="roundRect">
            <a:avLst>
              <a:gd name="adj" fmla="val 1818"/>
            </a:avLst>
          </a:prstGeom>
          <a:solidFill>
            <a:srgbClr val="EAF3F8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91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 B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46520" y="22860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long-term ROI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governance uplift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3F4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capability reuse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tamazednow-AI-Icon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005840"/>
            <a:ext cx="914400" cy="6231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914400" y="3154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FA8C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Practical AI. Possible Futures.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A1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getamazednow.ai   •   A Getamazednow Company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Getamazednow AI Presentation Template</dc:title>
  <dc:subject>PptxGenJS Presentation</dc:subject>
  <dc:creator>Getamazednow AI</dc:creator>
  <cp:lastModifiedBy>Getamazednow AI</cp:lastModifiedBy>
  <cp:revision>1</cp:revision>
  <dcterms:created xsi:type="dcterms:W3CDTF">2026-07-07T04:58:09Z</dcterms:created>
  <dcterms:modified xsi:type="dcterms:W3CDTF">2026-07-07T04:58:09Z</dcterms:modified>
</cp:coreProperties>
</file>